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FF8C00"/>
                </a:solidFill>
              </a:defRPr>
            </a:pPr>
            <a:r>
              <a:t>Grilli Website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Next-Gen Enterprise Kubernetes Transformation</a:t>
            </a:r>
          </a:p>
          <a:p>
            <a:r>
              <a:t>High Availability | Auto-Scaling | Real-time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Grilli project is orchestrated into four mission-critical layers:</a:t>
            </a:r>
          </a:p>
          <a:p>
            <a:pPr lvl="1"/>
            <a:r>
              <a:t>• Frontend: Responsive Nginx-based UI served via LoadBalancer.</a:t>
            </a:r>
          </a:p>
          <a:p>
            <a:pPr lvl="1"/>
            <a:r>
              <a:t>• Backend: High-performance Node.js API with HPA support.</a:t>
            </a:r>
          </a:p>
          <a:p>
            <a:pPr lvl="1"/>
            <a:r>
              <a:t>• Database: Persistent MongoDB with Dedicated Volume Claims (PVC).</a:t>
            </a:r>
          </a:p>
          <a:p>
            <a:pPr lvl="1"/>
            <a:r>
              <a:t>• Infrastructure: Metrics Server for real-time cluster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Engineered for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Eliminating Single Points of Failure:</a:t>
            </a:r>
          </a:p>
          <a:p>
            <a:pPr lvl="1"/>
            <a:r>
              <a:t>• 2x Multi-Pod Redundancy: Minimum 2 replicas per service at all times.</a:t>
            </a:r>
          </a:p>
          <a:p>
            <a:pPr lvl="1"/>
            <a:r>
              <a:t>• Self-Healing: Liveness &amp; Readiness probes automatically restart unhealthy containers.</a:t>
            </a:r>
          </a:p>
          <a:p>
            <a:pPr lvl="1"/>
            <a:r>
              <a:t>• Zero-Downtime Updates: Rolling update strategy for seamless deployments.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Adapting to customer demand in real-time:</a:t>
            </a:r>
          </a:p>
          <a:p>
            <a:pPr lvl="1"/>
            <a:r>
              <a:t>• Backend Scaling: Automatically expands to 10 replicas if CPU hits 70%.</a:t>
            </a:r>
          </a:p>
          <a:p>
            <a:pPr lvl="1"/>
            <a:r>
              <a:t>• Frontend Scaling: Expands to 5 replicas if CPU usage reaches 80%.</a:t>
            </a:r>
          </a:p>
          <a:p>
            <a:pPr lvl="1"/>
            <a:r>
              <a:t>• Smart Resource Management: Guaranteed CPU/Memory requests for every pod.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Professional Observability Stack:</a:t>
            </a:r>
          </a:p>
          <a:p>
            <a:pPr lvl="1"/>
            <a:r>
              <a:t>• Prometheus: Scraping deep metrics from the Node.js runtime and K8s API.</a:t>
            </a:r>
          </a:p>
          <a:p>
            <a:pPr lvl="1"/>
            <a:r>
              <a:t>• Grafana Dashboards: Dark-themed visualization for traffic, errors, and memory.</a:t>
            </a:r>
          </a:p>
          <a:p>
            <a:pPr lvl="1"/>
            <a:r>
              <a:t>• Isolated Namespace: Monitoring stack runs independently in 'monitoring' namespace.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C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Ready for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Grilli is now fully automated, scalable, and resilient.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