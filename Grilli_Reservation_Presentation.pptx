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>
                <a:solidFill>
                  <a:srgbClr val="FF7800"/>
                </a:solidFill>
              </a:defRPr>
            </a:pPr>
            <a:r>
              <a:t>Grilli: The Future of Reservations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Scaling the 'Dinner Rush' with Enterprise Kubernetes</a:t>
            </a:r>
          </a:p>
          <a:p>
            <a:r>
              <a:t>High Availability | Real-time Table Sync | Automated Scaling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Dinner Rush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traditional hosting fails for restaurant platforms:</a:t>
            </a:r>
          </a:p>
          <a:p>
            <a:pPr lvl="1"/>
            <a:r>
              <a:t>• Traffic Spikes: 10x traffic increase between 7 PM and 9 PM.</a:t>
            </a:r>
          </a:p>
          <a:p>
            <a:pPr lvl="1"/>
            <a:r>
              <a:t>• Double Bookings: Slow database response causes availability sync lag.</a:t>
            </a:r>
          </a:p>
          <a:p>
            <a:pPr lvl="1"/>
            <a:r>
              <a:t>• Revenue Loss: 1 second of latency can lead to a 7% drop in conversions.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Microservices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Decoupling the dining experience into resilient layers:</a:t>
            </a:r>
          </a:p>
          <a:p>
            <a:pPr lvl="1"/>
            <a:r>
              <a:t>• Frontend (The Hostess): Fast Nginx layer serving menus &amp; reservation forms.</a:t>
            </a:r>
          </a:p>
          <a:p>
            <a:pPr lvl="1"/>
            <a:r>
              <a:t>• Backend (The Kitchen): Node.js API processing table availability &amp; bookings.</a:t>
            </a:r>
          </a:p>
          <a:p>
            <a:pPr lvl="1"/>
            <a:r>
              <a:t>• MongoDB (The Pantry): Persistent storage ensuring order history is never lost.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Scaling (HPA)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cluster that grows with your appetites:</a:t>
            </a:r>
          </a:p>
          <a:p>
            <a:pPr lvl="1"/>
            <a:r>
              <a:t>• Automated Expansion: Scales to 10+ Backend Pods during peak rush.</a:t>
            </a:r>
          </a:p>
          <a:p>
            <a:pPr lvl="1"/>
            <a:r>
              <a:t>• Integrated Metrics: CPU-based triggers ensure pods spin up before delays occur.</a:t>
            </a:r>
          </a:p>
          <a:p>
            <a:pPr lvl="1"/>
            <a:r>
              <a:t>• Efficiency: Automatically scales down at midnight to optimize resource costs.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Reliability &amp; Data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Ensuring the table is always ready:</a:t>
            </a:r>
          </a:p>
          <a:p>
            <a:pPr lvl="1"/>
            <a:r>
              <a:t>• PVC Persistence: Reservation data survives pod failures or restarts.</a:t>
            </a:r>
          </a:p>
          <a:p>
            <a:pPr lvl="1"/>
            <a:r>
              <a:t>• 2x Redundancy: High Availability (HA) ensures 'The Kitchen' never closes.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78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Reserved for 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Grilli: Providing a seamless, high-performance</a:t>
            </a:r>
          </a:p>
          <a:p>
            <a:r>
              <a:t>booking experience at global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